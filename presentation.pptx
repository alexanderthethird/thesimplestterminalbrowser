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5A4F6-1098-4D7C-BB60-3E1B7F75F1FA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846C-5D21-46BD-A26E-327A98EEDDC3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Khusa\Documents\Console_Project\Browser.mp4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The Simplest Terminal Browser</a:t>
            </a:r>
            <a:endParaRPr lang="ru-RU" sz="3600" b="1" dirty="0">
              <a:solidFill>
                <a:schemeClr val="bg1"/>
              </a:solidFill>
              <a:latin typeface="Lucida Console" pitchFamily="49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1484784"/>
            <a:ext cx="6400800" cy="4392488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загружает 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HTML-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код сайтов;</a:t>
            </a:r>
          </a:p>
          <a:p>
            <a:pPr algn="l"/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фильтрует теги;</a:t>
            </a:r>
          </a:p>
          <a:p>
            <a:pPr algn="l"/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показывает:</a:t>
            </a:r>
          </a:p>
          <a:p>
            <a:pPr algn="l"/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	-- жирный текст,</a:t>
            </a:r>
          </a:p>
          <a:p>
            <a:pPr algn="l"/>
            <a:r>
              <a:rPr lang="ru-RU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	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курсив,</a:t>
            </a:r>
          </a:p>
          <a:p>
            <a:pPr algn="l"/>
            <a:r>
              <a:rPr lang="ru-RU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	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нумерованный список,</a:t>
            </a:r>
          </a:p>
          <a:p>
            <a:pPr algn="l"/>
            <a:r>
              <a:rPr lang="ru-RU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	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обычный список.</a:t>
            </a:r>
            <a:endParaRPr lang="ru-RU" sz="2800" dirty="0">
              <a:solidFill>
                <a:schemeClr val="bg1">
                  <a:lumMod val="75000"/>
                </a:schemeClr>
              </a:solidFill>
              <a:latin typeface="Lucida Console" pitchFamily="49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 -0.33333  E" pathEditMode="relative" ptsTypes="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Использованные технологии</a:t>
            </a:r>
            <a:endParaRPr lang="ru-RU" sz="3600" b="1" dirty="0">
              <a:solidFill>
                <a:schemeClr val="bg1"/>
              </a:solidFill>
              <a:latin typeface="Lucida Console" pitchFamily="49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1484784"/>
            <a:ext cx="6400800" cy="4392488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библиотека 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Click;</a:t>
            </a:r>
          </a:p>
          <a:p>
            <a:pPr algn="l"/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библиотека 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Requests;</a:t>
            </a:r>
          </a:p>
          <a:p>
            <a:pPr algn="l"/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-- 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библиотека 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BeautifulSoup4</a:t>
            </a:r>
            <a:r>
              <a:rPr lang="ru-RU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;</a:t>
            </a:r>
            <a:endParaRPr lang="ru-RU" sz="2800" dirty="0">
              <a:solidFill>
                <a:schemeClr val="bg1">
                  <a:lumMod val="75000"/>
                </a:schemeClr>
              </a:solidFill>
              <a:latin typeface="Lucida Console" pitchFamily="49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</p:spPr>
        <p:txBody>
          <a:bodyPr>
            <a:normAutofit/>
          </a:bodyPr>
          <a:lstStyle/>
          <a:p>
            <a:r>
              <a:rPr lang="en-US" sz="3600" b="1" dirty="0" err="1" smtClean="0">
                <a:solidFill>
                  <a:schemeClr val="bg1"/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Screencast</a:t>
            </a:r>
            <a:endParaRPr lang="ru-RU" sz="3600" b="1" dirty="0">
              <a:solidFill>
                <a:schemeClr val="bg1"/>
              </a:solidFill>
              <a:latin typeface="Lucida Console" pitchFamily="49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1640" y="1484784"/>
            <a:ext cx="6400800" cy="4392488"/>
          </a:xfrm>
        </p:spPr>
        <p:txBody>
          <a:bodyPr>
            <a:normAutofit/>
          </a:bodyPr>
          <a:lstStyle/>
          <a:p>
            <a:pPr algn="l"/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C:\Users\Khusa\Documents\</a:t>
            </a:r>
            <a:b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</a:br>
            <a:r>
              <a:rPr lang="en-US" sz="2800" dirty="0" err="1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Console_Project</a:t>
            </a:r>
            <a:r>
              <a:rPr lang="en-US" sz="2800" dirty="0" smtClean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  <a:ea typeface="Tahoma" pitchFamily="34" charset="0"/>
                <a:cs typeface="Tahoma" pitchFamily="34" charset="0"/>
              </a:rPr>
              <a:t>&gt;</a:t>
            </a:r>
          </a:p>
        </p:txBody>
      </p:sp>
      <p:sp>
        <p:nvSpPr>
          <p:cNvPr id="4" name="Прямоугольник 3">
            <a:hlinkClick r:id="rId2" action="ppaction://hlinkfile"/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36</Words>
  <Application>Microsoft Office PowerPoint</Application>
  <PresentationFormat>Экран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Тема Office</vt:lpstr>
      <vt:lpstr>The Simplest Terminal Browser</vt:lpstr>
      <vt:lpstr>Использованные технологии</vt:lpstr>
      <vt:lpstr>Screencast</vt:lpstr>
    </vt:vector>
  </TitlesOfParts>
  <Company>Krokoz™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C:\Project\Presentation&gt;</dc:title>
  <dc:creator>Расим Хусаенов</dc:creator>
  <cp:lastModifiedBy>Расим Хусаенов</cp:lastModifiedBy>
  <cp:revision>24</cp:revision>
  <dcterms:created xsi:type="dcterms:W3CDTF">2020-10-11T10:30:03Z</dcterms:created>
  <dcterms:modified xsi:type="dcterms:W3CDTF">2020-10-11T14:22:49Z</dcterms:modified>
</cp:coreProperties>
</file>